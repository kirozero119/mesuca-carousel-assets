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0287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H41292-A cover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H41292-A lifestyle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H41292-A in use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H41292-A front view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H41292-A interior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H41292-A detail wheel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H41292-A specs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DAHF9kaXJDE</dc:identifier>
  <dcterms:modified xsi:type="dcterms:W3CDTF">2011-08-01T06:04:30Z</dcterms:modified>
  <cp:revision>1</cp:revision>
  <dc:title>mesuca_carousel_template</dc:title>
</cp:coreProperties>
</file>